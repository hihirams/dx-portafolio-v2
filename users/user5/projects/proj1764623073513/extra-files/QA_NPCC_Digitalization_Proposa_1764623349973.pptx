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1" r:id="rId2"/>
    <p:sldId id="272" r:id="rId3"/>
    <p:sldId id="27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8541E-421E-40CD-9C10-33777E61EBF0}" v="42" dt="2025-11-28T18:30:41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Alvarez" userId="573dd919-7d48-4acb-8521-e31480c434c8" providerId="ADAL" clId="{C5C6E0A6-F9EB-4C73-AC67-1142BF738C62}"/>
    <pc:docChg chg="undo custSel addSld delSld modSld">
      <pc:chgData name="Angel Alvarez" userId="573dd919-7d48-4acb-8521-e31480c434c8" providerId="ADAL" clId="{C5C6E0A6-F9EB-4C73-AC67-1142BF738C62}" dt="2025-11-28T18:30:41.105" v="755" actId="1076"/>
      <pc:docMkLst>
        <pc:docMk/>
      </pc:docMkLst>
      <pc:sldChg chg="modSp">
        <pc:chgData name="Angel Alvarez" userId="573dd919-7d48-4acb-8521-e31480c434c8" providerId="ADAL" clId="{C5C6E0A6-F9EB-4C73-AC67-1142BF738C62}" dt="2025-11-28T18:17:25.881" v="143" actId="20577"/>
        <pc:sldMkLst>
          <pc:docMk/>
          <pc:sldMk cId="28573121" sldId="271"/>
        </pc:sldMkLst>
        <pc:spChg chg="mod">
          <ac:chgData name="Angel Alvarez" userId="573dd919-7d48-4acb-8521-e31480c434c8" providerId="ADAL" clId="{C5C6E0A6-F9EB-4C73-AC67-1142BF738C62}" dt="2025-11-28T18:17:25.881" v="143" actId="20577"/>
          <ac:spMkLst>
            <pc:docMk/>
            <pc:sldMk cId="28573121" sldId="271"/>
            <ac:spMk id="2" creationId="{35D56C67-0929-1C39-B76C-3DF02B3C89D5}"/>
          </ac:spMkLst>
        </pc:spChg>
      </pc:sldChg>
      <pc:sldChg chg="modSp mod">
        <pc:chgData name="Angel Alvarez" userId="573dd919-7d48-4acb-8521-e31480c434c8" providerId="ADAL" clId="{C5C6E0A6-F9EB-4C73-AC67-1142BF738C62}" dt="2025-11-28T18:19:31.680" v="316" actId="20577"/>
        <pc:sldMkLst>
          <pc:docMk/>
          <pc:sldMk cId="516827266" sldId="272"/>
        </pc:sldMkLst>
        <pc:spChg chg="mod">
          <ac:chgData name="Angel Alvarez" userId="573dd919-7d48-4acb-8521-e31480c434c8" providerId="ADAL" clId="{C5C6E0A6-F9EB-4C73-AC67-1142BF738C62}" dt="2025-11-28T16:47:28.049" v="62" actId="1076"/>
          <ac:spMkLst>
            <pc:docMk/>
            <pc:sldMk cId="516827266" sldId="272"/>
            <ac:spMk id="2" creationId="{1A686B9A-B1AF-6A74-A9D7-8D03A0346D5A}"/>
          </ac:spMkLst>
        </pc:spChg>
        <pc:graphicFrameChg chg="modGraphic">
          <ac:chgData name="Angel Alvarez" userId="573dd919-7d48-4acb-8521-e31480c434c8" providerId="ADAL" clId="{C5C6E0A6-F9EB-4C73-AC67-1142BF738C62}" dt="2025-11-28T18:19:31.680" v="316" actId="20577"/>
          <ac:graphicFrameMkLst>
            <pc:docMk/>
            <pc:sldMk cId="516827266" sldId="272"/>
            <ac:graphicFrameMk id="4" creationId="{4DF95804-7658-1A65-D872-74A05B51027A}"/>
          </ac:graphicFrameMkLst>
        </pc:graphicFrameChg>
      </pc:sldChg>
      <pc:sldChg chg="del">
        <pc:chgData name="Angel Alvarez" userId="573dd919-7d48-4acb-8521-e31480c434c8" providerId="ADAL" clId="{C5C6E0A6-F9EB-4C73-AC67-1142BF738C62}" dt="2025-11-28T16:47:05.796" v="37" actId="47"/>
        <pc:sldMkLst>
          <pc:docMk/>
          <pc:sldMk cId="3685396823" sldId="273"/>
        </pc:sldMkLst>
      </pc:sldChg>
      <pc:sldChg chg="addSp delSp modSp mod setBg">
        <pc:chgData name="Angel Alvarez" userId="573dd919-7d48-4acb-8521-e31480c434c8" providerId="ADAL" clId="{C5C6E0A6-F9EB-4C73-AC67-1142BF738C62}" dt="2025-11-28T18:30:41.105" v="755" actId="1076"/>
        <pc:sldMkLst>
          <pc:docMk/>
          <pc:sldMk cId="724103270" sldId="274"/>
        </pc:sldMkLst>
        <pc:spChg chg="add del">
          <ac:chgData name="Angel Alvarez" userId="573dd919-7d48-4acb-8521-e31480c434c8" providerId="ADAL" clId="{C5C6E0A6-F9EB-4C73-AC67-1142BF738C62}" dt="2025-11-28T15:24:22.440" v="22" actId="22"/>
          <ac:spMkLst>
            <pc:docMk/>
            <pc:sldMk cId="724103270" sldId="274"/>
            <ac:spMk id="6" creationId="{63989676-5680-2D4D-1B47-2561FBAE8788}"/>
          </ac:spMkLst>
        </pc:spChg>
        <pc:spChg chg="add mod ord">
          <ac:chgData name="Angel Alvarez" userId="573dd919-7d48-4acb-8521-e31480c434c8" providerId="ADAL" clId="{C5C6E0A6-F9EB-4C73-AC67-1142BF738C62}" dt="2025-11-28T18:20:59.933" v="317" actId="1076"/>
          <ac:spMkLst>
            <pc:docMk/>
            <pc:sldMk cId="724103270" sldId="274"/>
            <ac:spMk id="9" creationId="{BB7B06C0-EC64-EC77-4589-955C2016B8BD}"/>
          </ac:spMkLst>
        </pc:spChg>
        <pc:spChg chg="add del mod">
          <ac:chgData name="Angel Alvarez" userId="573dd919-7d48-4acb-8521-e31480c434c8" providerId="ADAL" clId="{C5C6E0A6-F9EB-4C73-AC67-1142BF738C62}" dt="2025-11-28T18:12:58.539" v="125" actId="478"/>
          <ac:spMkLst>
            <pc:docMk/>
            <pc:sldMk cId="724103270" sldId="274"/>
            <ac:spMk id="10" creationId="{5B9AFEAF-3793-AAEF-5865-CD4EAAE81DEA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13" creationId="{F3060C83-F051-4F0E-ABAD-AA0DFC48B218}"/>
          </ac:spMkLst>
        </pc:spChg>
        <pc:spChg chg="add del mod">
          <ac:chgData name="Angel Alvarez" userId="573dd919-7d48-4acb-8521-e31480c434c8" providerId="ADAL" clId="{C5C6E0A6-F9EB-4C73-AC67-1142BF738C62}" dt="2025-11-28T18:13:05.941" v="129" actId="478"/>
          <ac:spMkLst>
            <pc:docMk/>
            <pc:sldMk cId="724103270" sldId="274"/>
            <ac:spMk id="14" creationId="{AF1B5C81-EFE3-EA27-B81C-DBA84F66E38B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15" creationId="{83C98ABE-055B-441F-B07E-44F97F083C39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17" creationId="{29FDB030-9B49-4CED-8CCD-4D99382388AC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19" creationId="{3783CA14-24A1-485C-8B30-D6A5D87987AD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21" creationId="{9A97C86A-04D6-40F7-AE84-31AB43E6A846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23" creationId="{FF9F2414-84E8-453E-B1F3-389FDE8192D9}"/>
          </ac:spMkLst>
        </pc:spChg>
        <pc:spChg chg="add del">
          <ac:chgData name="Angel Alvarez" userId="573dd919-7d48-4acb-8521-e31480c434c8" providerId="ADAL" clId="{C5C6E0A6-F9EB-4C73-AC67-1142BF738C62}" dt="2025-11-28T18:17:08.586" v="139" actId="26606"/>
          <ac:spMkLst>
            <pc:docMk/>
            <pc:sldMk cId="724103270" sldId="274"/>
            <ac:spMk id="25" creationId="{3ECA69A1-7536-43AC-85EF-C7106179F5ED}"/>
          </ac:spMkLst>
        </pc:spChg>
        <pc:spChg chg="add del mod">
          <ac:chgData name="Angel Alvarez" userId="573dd919-7d48-4acb-8521-e31480c434c8" providerId="ADAL" clId="{C5C6E0A6-F9EB-4C73-AC67-1142BF738C62}" dt="2025-11-28T18:22:42.724" v="377" actId="478"/>
          <ac:spMkLst>
            <pc:docMk/>
            <pc:sldMk cId="724103270" sldId="274"/>
            <ac:spMk id="27" creationId="{926BCE7B-85FE-3814-FBCA-B4DB6493B095}"/>
          </ac:spMkLst>
        </pc:spChg>
        <pc:spChg chg="add">
          <ac:chgData name="Angel Alvarez" userId="573dd919-7d48-4acb-8521-e31480c434c8" providerId="ADAL" clId="{C5C6E0A6-F9EB-4C73-AC67-1142BF738C62}" dt="2025-11-28T18:22:18.520" v="363"/>
          <ac:spMkLst>
            <pc:docMk/>
            <pc:sldMk cId="724103270" sldId="274"/>
            <ac:spMk id="28" creationId="{C7279711-4F8D-2E21-3AE5-7F7578ED9492}"/>
          </ac:spMkLst>
        </pc:spChg>
        <pc:spChg chg="add mod">
          <ac:chgData name="Angel Alvarez" userId="573dd919-7d48-4acb-8521-e31480c434c8" providerId="ADAL" clId="{C5C6E0A6-F9EB-4C73-AC67-1142BF738C62}" dt="2025-11-28T18:22:30.418" v="373"/>
          <ac:spMkLst>
            <pc:docMk/>
            <pc:sldMk cId="724103270" sldId="274"/>
            <ac:spMk id="29" creationId="{B5BD811E-3026-2B33-3AB5-24BCA3DD35D7}"/>
          </ac:spMkLst>
        </pc:spChg>
        <pc:spChg chg="add mod">
          <ac:chgData name="Angel Alvarez" userId="573dd919-7d48-4acb-8521-e31480c434c8" providerId="ADAL" clId="{C5C6E0A6-F9EB-4C73-AC67-1142BF738C62}" dt="2025-11-28T18:22:29.989" v="372"/>
          <ac:spMkLst>
            <pc:docMk/>
            <pc:sldMk cId="724103270" sldId="274"/>
            <ac:spMk id="30" creationId="{45D149C8-C51F-4204-C72D-439A1EF9C51C}"/>
          </ac:spMkLst>
        </pc:spChg>
        <pc:spChg chg="add mod">
          <ac:chgData name="Angel Alvarez" userId="573dd919-7d48-4acb-8521-e31480c434c8" providerId="ADAL" clId="{C5C6E0A6-F9EB-4C73-AC67-1142BF738C62}" dt="2025-11-28T18:22:29.029" v="369"/>
          <ac:spMkLst>
            <pc:docMk/>
            <pc:sldMk cId="724103270" sldId="274"/>
            <ac:spMk id="31" creationId="{5B9EECA4-08AA-7020-4249-FFC06DEE6280}"/>
          </ac:spMkLst>
        </pc:spChg>
        <pc:spChg chg="add del mod">
          <ac:chgData name="Angel Alvarez" userId="573dd919-7d48-4acb-8521-e31480c434c8" providerId="ADAL" clId="{C5C6E0A6-F9EB-4C73-AC67-1142BF738C62}" dt="2025-11-28T18:23:41.881" v="406" actId="478"/>
          <ac:spMkLst>
            <pc:docMk/>
            <pc:sldMk cId="724103270" sldId="274"/>
            <ac:spMk id="32" creationId="{272BE3FE-A776-14E5-F2B7-0A4FD0D17C22}"/>
          </ac:spMkLst>
        </pc:spChg>
        <pc:spChg chg="add del mod">
          <ac:chgData name="Angel Alvarez" userId="573dd919-7d48-4acb-8521-e31480c434c8" providerId="ADAL" clId="{C5C6E0A6-F9EB-4C73-AC67-1142BF738C62}" dt="2025-11-28T18:29:19.425" v="736" actId="478"/>
          <ac:spMkLst>
            <pc:docMk/>
            <pc:sldMk cId="724103270" sldId="274"/>
            <ac:spMk id="33" creationId="{756ED1F2-01A8-D6D1-3B5A-E7DD4546AFB1}"/>
          </ac:spMkLst>
        </pc:spChg>
        <pc:spChg chg="add del mod">
          <ac:chgData name="Angel Alvarez" userId="573dd919-7d48-4acb-8521-e31480c434c8" providerId="ADAL" clId="{C5C6E0A6-F9EB-4C73-AC67-1142BF738C62}" dt="2025-11-28T18:30:41.105" v="755" actId="1076"/>
          <ac:spMkLst>
            <pc:docMk/>
            <pc:sldMk cId="724103270" sldId="274"/>
            <ac:spMk id="34" creationId="{79B44858-3F0D-321E-FD72-0361B28A8F6E}"/>
          </ac:spMkLst>
        </pc:spChg>
        <pc:graphicFrameChg chg="del mod">
          <ac:chgData name="Angel Alvarez" userId="573dd919-7d48-4acb-8521-e31480c434c8" providerId="ADAL" clId="{C5C6E0A6-F9EB-4C73-AC67-1142BF738C62}" dt="2025-11-28T15:23:42.271" v="17" actId="478"/>
          <ac:graphicFrameMkLst>
            <pc:docMk/>
            <pc:sldMk cId="724103270" sldId="274"/>
            <ac:graphicFrameMk id="4" creationId="{20C2F321-E44C-133D-D7AE-62EB95BEB4A8}"/>
          </ac:graphicFrameMkLst>
        </pc:graphicFrameChg>
        <pc:picChg chg="add del mod">
          <ac:chgData name="Angel Alvarez" userId="573dd919-7d48-4acb-8521-e31480c434c8" providerId="ADAL" clId="{C5C6E0A6-F9EB-4C73-AC67-1142BF738C62}" dt="2025-11-28T15:24:19.503" v="20" actId="478"/>
          <ac:picMkLst>
            <pc:docMk/>
            <pc:sldMk cId="724103270" sldId="274"/>
            <ac:picMk id="3" creationId="{BE5EDBDC-67F7-1E50-2C44-0C8843821AC7}"/>
          </ac:picMkLst>
        </pc:picChg>
        <pc:picChg chg="add del mod">
          <ac:chgData name="Angel Alvarez" userId="573dd919-7d48-4acb-8521-e31480c434c8" providerId="ADAL" clId="{C5C6E0A6-F9EB-4C73-AC67-1142BF738C62}" dt="2025-11-28T18:12:53.518" v="122" actId="478"/>
          <ac:picMkLst>
            <pc:docMk/>
            <pc:sldMk cId="724103270" sldId="274"/>
            <ac:picMk id="8" creationId="{463BB3EC-7453-16DD-BCEE-0CB6CAA3FED3}"/>
          </ac:picMkLst>
        </pc:picChg>
        <pc:picChg chg="add del mod">
          <ac:chgData name="Angel Alvarez" userId="573dd919-7d48-4acb-8521-e31480c434c8" providerId="ADAL" clId="{C5C6E0A6-F9EB-4C73-AC67-1142BF738C62}" dt="2025-11-28T18:15:41.867" v="130" actId="478"/>
          <ac:picMkLst>
            <pc:docMk/>
            <pc:sldMk cId="724103270" sldId="274"/>
            <ac:picMk id="18" creationId="{910D8D04-4C00-5F3D-C6CC-CD6C06F90EB6}"/>
          </ac:picMkLst>
        </pc:picChg>
        <pc:picChg chg="add del mod">
          <ac:chgData name="Angel Alvarez" userId="573dd919-7d48-4acb-8521-e31480c434c8" providerId="ADAL" clId="{C5C6E0A6-F9EB-4C73-AC67-1142BF738C62}" dt="2025-11-28T18:17:04.468" v="134" actId="478"/>
          <ac:picMkLst>
            <pc:docMk/>
            <pc:sldMk cId="724103270" sldId="274"/>
            <ac:picMk id="22" creationId="{15BF1E1E-0EC8-9559-C0EC-909E53100A2D}"/>
          </ac:picMkLst>
        </pc:picChg>
        <pc:picChg chg="add mod">
          <ac:chgData name="Angel Alvarez" userId="573dd919-7d48-4acb-8521-e31480c434c8" providerId="ADAL" clId="{C5C6E0A6-F9EB-4C73-AC67-1142BF738C62}" dt="2025-11-28T18:29:22.634" v="738" actId="1076"/>
          <ac:picMkLst>
            <pc:docMk/>
            <pc:sldMk cId="724103270" sldId="274"/>
            <ac:picMk id="26" creationId="{22B8AE62-E1B9-3704-D3B8-3A22A48F26D5}"/>
          </ac:picMkLst>
        </pc:picChg>
        <pc:cxnChg chg="add del mod">
          <ac:chgData name="Angel Alvarez" userId="573dd919-7d48-4acb-8521-e31480c434c8" providerId="ADAL" clId="{C5C6E0A6-F9EB-4C73-AC67-1142BF738C62}" dt="2025-11-28T18:12:59.737" v="126" actId="478"/>
          <ac:cxnSpMkLst>
            <pc:docMk/>
            <pc:sldMk cId="724103270" sldId="274"/>
            <ac:cxnSpMk id="12" creationId="{A00F58D1-05A5-6B86-9059-1068D5E60142}"/>
          </ac:cxnSpMkLst>
        </pc:cxnChg>
      </pc:sldChg>
      <pc:sldChg chg="addSp delSp modSp new del mod">
        <pc:chgData name="Angel Alvarez" userId="573dd919-7d48-4acb-8521-e31480c434c8" providerId="ADAL" clId="{C5C6E0A6-F9EB-4C73-AC67-1142BF738C62}" dt="2025-11-28T18:30:29.544" v="754" actId="47"/>
        <pc:sldMkLst>
          <pc:docMk/>
          <pc:sldMk cId="3465005372" sldId="275"/>
        </pc:sldMkLst>
        <pc:spChg chg="del">
          <ac:chgData name="Angel Alvarez" userId="573dd919-7d48-4acb-8521-e31480c434c8" providerId="ADAL" clId="{C5C6E0A6-F9EB-4C73-AC67-1142BF738C62}" dt="2025-11-28T18:21:25.735" v="320" actId="478"/>
          <ac:spMkLst>
            <pc:docMk/>
            <pc:sldMk cId="3465005372" sldId="275"/>
            <ac:spMk id="2" creationId="{0ECACB86-03AA-F261-FAFF-C0936D35732A}"/>
          </ac:spMkLst>
        </pc:spChg>
        <pc:spChg chg="del">
          <ac:chgData name="Angel Alvarez" userId="573dd919-7d48-4acb-8521-e31480c434c8" providerId="ADAL" clId="{C5C6E0A6-F9EB-4C73-AC67-1142BF738C62}" dt="2025-11-28T18:21:27.401" v="322" actId="478"/>
          <ac:spMkLst>
            <pc:docMk/>
            <pc:sldMk cId="3465005372" sldId="275"/>
            <ac:spMk id="3" creationId="{92676C99-5AFC-79EE-4BD5-36B3DC8984F2}"/>
          </ac:spMkLst>
        </pc:spChg>
        <pc:picChg chg="add del mod">
          <ac:chgData name="Angel Alvarez" userId="573dd919-7d48-4acb-8521-e31480c434c8" providerId="ADAL" clId="{C5C6E0A6-F9EB-4C73-AC67-1142BF738C62}" dt="2025-11-28T18:21:44.752" v="325" actId="478"/>
          <ac:picMkLst>
            <pc:docMk/>
            <pc:sldMk cId="3465005372" sldId="275"/>
            <ac:picMk id="4" creationId="{60E780F4-3668-BDFB-F0BE-02536184D6E9}"/>
          </ac:picMkLst>
        </pc:picChg>
      </pc:sldChg>
      <pc:sldChg chg="addSp delSp modSp new del mod setBg">
        <pc:chgData name="Angel Alvarez" userId="573dd919-7d48-4acb-8521-e31480c434c8" providerId="ADAL" clId="{C5C6E0A6-F9EB-4C73-AC67-1142BF738C62}" dt="2025-11-28T16:47:06.207" v="38" actId="47"/>
        <pc:sldMkLst>
          <pc:docMk/>
          <pc:sldMk cId="4001043385" sldId="275"/>
        </pc:sldMkLst>
        <pc:spChg chg="del">
          <ac:chgData name="Angel Alvarez" userId="573dd919-7d48-4acb-8521-e31480c434c8" providerId="ADAL" clId="{C5C6E0A6-F9EB-4C73-AC67-1142BF738C62}" dt="2025-11-28T15:06:19.126" v="6" actId="478"/>
          <ac:spMkLst>
            <pc:docMk/>
            <pc:sldMk cId="4001043385" sldId="275"/>
            <ac:spMk id="2" creationId="{C29D9C28-6840-9158-50FE-0330EE58E7DC}"/>
          </ac:spMkLst>
        </pc:spChg>
        <pc:spChg chg="del">
          <ac:chgData name="Angel Alvarez" userId="573dd919-7d48-4acb-8521-e31480c434c8" providerId="ADAL" clId="{C5C6E0A6-F9EB-4C73-AC67-1142BF738C62}" dt="2025-11-28T15:06:20.616" v="7" actId="478"/>
          <ac:spMkLst>
            <pc:docMk/>
            <pc:sldMk cId="4001043385" sldId="275"/>
            <ac:spMk id="3" creationId="{FDE689AA-2193-2A2B-1315-2328E61410D9}"/>
          </ac:spMkLst>
        </pc:spChg>
        <pc:picChg chg="add del mod">
          <ac:chgData name="Angel Alvarez" userId="573dd919-7d48-4acb-8521-e31480c434c8" providerId="ADAL" clId="{C5C6E0A6-F9EB-4C73-AC67-1142BF738C62}" dt="2025-11-28T15:06:56.661" v="12" actId="478"/>
          <ac:picMkLst>
            <pc:docMk/>
            <pc:sldMk cId="4001043385" sldId="275"/>
            <ac:picMk id="5" creationId="{072945D3-2A34-EBCE-485D-8D472EB3E62F}"/>
          </ac:picMkLst>
        </pc:picChg>
        <pc:picChg chg="add mod">
          <ac:chgData name="Angel Alvarez" userId="573dd919-7d48-4acb-8521-e31480c434c8" providerId="ADAL" clId="{C5C6E0A6-F9EB-4C73-AC67-1142BF738C62}" dt="2025-11-28T15:06:59.423" v="16" actId="962"/>
          <ac:picMkLst>
            <pc:docMk/>
            <pc:sldMk cId="4001043385" sldId="275"/>
            <ac:picMk id="7" creationId="{0010F88F-CEA7-0297-BC87-AC49708194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A83FD-9FFB-401D-938D-94C4A8E7DB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5D3B4-8DCF-483C-B5B2-49568BC9A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6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7CB2-54D8-7AFC-4F92-620C2511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B87A4-C2D7-5026-0C4F-E6469D98C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DDAAB-F650-183D-BB0F-4227D9F2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65506-29AA-A0E5-5952-049866FA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EAC2-688F-1200-85B1-49C7096D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37C2-161F-F8AE-3D25-03E9D4A5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6443-E33A-A268-52A1-1A3468A82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EF3DF-B92F-719A-5B62-552F12E6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CA0A-F94B-516B-9729-A30E6C71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19F-F1A6-7A30-4BCD-1C404A68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2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AE5D-DC4A-6879-CB1D-B4BB8AF8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C5F4E-6BBC-A701-5EAA-42A893E9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AA4A-A0A7-AF65-6DFB-8AFFA002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D6A5-C55B-68A4-8A7D-90F76021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91A8-BA14-661D-52B3-38939B67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4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FE1D-DD18-71BD-A7AE-1658DD44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3C6A-22F8-5967-28DB-3F6726CFC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70577-FAF9-9427-E6C5-4238FE5E5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73EB0-9052-E585-7351-A4416974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11F12-9124-1631-DD01-3C573493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1D1B5-8489-27E5-3F4D-6B155B6E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04D5-CC7C-25DD-8629-65EA6D75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56728-F178-6C14-7A47-DF3FF21D7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28D18-201C-F4C0-FC08-12E5F9B5C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B1A25-B337-7EF6-644D-9B85C1055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D44A9-0FE6-E632-C600-8F9BFA846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3337B-1319-1585-32A5-9B64A7E1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6E586-2A96-5737-B73E-A6A35B23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762D4-A86D-C279-084C-BE0A6551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8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59A4-B545-2E02-F832-E3E93675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F6DEA-AC9F-C1B4-21E3-8968487F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16A84-99F4-9A30-7FB8-CA940319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A4C06-6374-2D6B-FE25-8EEEFF9D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0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22D350-F38C-D046-E599-653A6735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40D50-32ED-B799-0AA7-5B672C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59EAA-DA74-75F5-832C-E412BA7F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3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6103-5CAA-E568-2CBB-C580358F8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B3C74-E537-24D2-5406-D554F4EA6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5180D-CD9F-9CC7-6651-32D1A3E02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D367C-6E7F-C52D-2B7A-7BCCC451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229-40A9-2212-A28B-D77F62BC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30632-68B5-1E1B-FB7E-3CCBCB9C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07C5-4FEB-D0BB-B6D4-C7F6A1DC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D6B1F-B080-E721-E0EA-2947B7B82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AB94A-7EEA-A867-F6C2-D1BF63AB3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1359F-E48E-B615-C5A1-8DE1102C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0F21B-D2FF-D299-0F83-B0A3693F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10F3D-528A-D48F-8164-2547FC25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1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8C74-E416-5758-4D79-6157A2CE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2BA35-99E9-FE6D-8C47-A7FACA665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2A56-C35C-CF02-3907-E04E8B79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5AAA-B174-BD46-EFE5-A15FF10A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BA377-F8B8-71DA-7BAB-59887E00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0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1A9FE-DFF3-01B6-4CBC-5A596D77B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BA922-FB3F-D5AE-2020-81C82DB27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D6E0-1C36-E240-FBE7-D9E964D9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012ED-2469-3A89-7C30-B90E9BCF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BB6CF-2B4E-A082-4249-A3EDD946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9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57B05-9E85-67AC-E161-71AFBF85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BAEC1-EE6C-361A-B090-87369243B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B129E-C161-2631-E158-76785C566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65914-CE39-456B-9420-9295D14DC58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96B39-8C07-0C43-44A6-EB0963BA8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DBDE-07D2-4DD3-EF61-CBE51D848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83D36-FE41-4005-97D1-881578938A5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0E324-9A48-28DF-56FF-90741FFCAB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72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5467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FC3D2873-2194-4FB0-BFBA-7E7EEB984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yellow rectangular objects with black background&#10;&#10;AI-generated content may be incorrect.">
            <a:extLst>
              <a:ext uri="{FF2B5EF4-FFF2-40B4-BE49-F238E27FC236}">
                <a16:creationId xmlns:a16="http://schemas.microsoft.com/office/drawing/2014/main" id="{681E0D93-2D73-F2F5-2957-5AA88D72A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7132"/>
          <a:stretch>
            <a:fillRect/>
          </a:stretch>
        </p:blipFill>
        <p:spPr bwMode="auto">
          <a:xfrm>
            <a:off x="8529321" y="10"/>
            <a:ext cx="3662680" cy="3401558"/>
          </a:xfrm>
          <a:custGeom>
            <a:avLst/>
            <a:gdLst/>
            <a:ahLst/>
            <a:cxnLst/>
            <a:rect l="l" t="t" r="r" b="b"/>
            <a:pathLst>
              <a:path w="3662680" h="3401568">
                <a:moveTo>
                  <a:pt x="0" y="0"/>
                </a:moveTo>
                <a:lnTo>
                  <a:pt x="3662680" y="0"/>
                </a:lnTo>
                <a:lnTo>
                  <a:pt x="3662680" y="3401568"/>
                </a:lnTo>
                <a:lnTo>
                  <a:pt x="774527" y="3401568"/>
                </a:lnTo>
                <a:lnTo>
                  <a:pt x="769892" y="3133175"/>
                </a:lnTo>
                <a:cubicBezTo>
                  <a:pt x="732577" y="2055441"/>
                  <a:pt x="492520" y="1056020"/>
                  <a:pt x="104445" y="21503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conos, Logos, Símbolos de Microsoft power apps - Descarga ...">
            <a:extLst>
              <a:ext uri="{FF2B5EF4-FFF2-40B4-BE49-F238E27FC236}">
                <a16:creationId xmlns:a16="http://schemas.microsoft.com/office/drawing/2014/main" id="{67DD857E-E18C-3016-F285-1C0CB68B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652" r="-3" b="8746"/>
          <a:stretch>
            <a:fillRect/>
          </a:stretch>
        </p:blipFill>
        <p:spPr bwMode="auto">
          <a:xfrm>
            <a:off x="5115314" y="10"/>
            <a:ext cx="4118110" cy="3401558"/>
          </a:xfrm>
          <a:custGeom>
            <a:avLst/>
            <a:gdLst/>
            <a:ahLst/>
            <a:cxnLst/>
            <a:rect l="l" t="t" r="r" b="b"/>
            <a:pathLst>
              <a:path w="4118110" h="3401568">
                <a:moveTo>
                  <a:pt x="0" y="0"/>
                </a:moveTo>
                <a:lnTo>
                  <a:pt x="3343575" y="0"/>
                </a:lnTo>
                <a:lnTo>
                  <a:pt x="3448028" y="215050"/>
                </a:lnTo>
                <a:cubicBezTo>
                  <a:pt x="3836103" y="1056037"/>
                  <a:pt x="4076161" y="2055458"/>
                  <a:pt x="4113475" y="3133192"/>
                </a:cubicBezTo>
                <a:lnTo>
                  <a:pt x="4118110" y="3401568"/>
                </a:lnTo>
                <a:lnTo>
                  <a:pt x="801224" y="3401568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utomate logo Icons, Logos, Symbols – Free Download PNG, SVG">
            <a:extLst>
              <a:ext uri="{FF2B5EF4-FFF2-40B4-BE49-F238E27FC236}">
                <a16:creationId xmlns:a16="http://schemas.microsoft.com/office/drawing/2014/main" id="{1C25322E-ECEE-4B9E-F8C0-1F1139626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097" r="-1" b="25472"/>
          <a:stretch>
            <a:fillRect/>
          </a:stretch>
        </p:blipFill>
        <p:spPr bwMode="auto">
          <a:xfrm>
            <a:off x="5168353" y="3456432"/>
            <a:ext cx="7023646" cy="3401568"/>
          </a:xfrm>
          <a:custGeom>
            <a:avLst/>
            <a:gdLst/>
            <a:ahLst/>
            <a:cxnLst/>
            <a:rect l="l" t="t" r="r" b="b"/>
            <a:pathLst>
              <a:path w="7023646" h="3401568">
                <a:moveTo>
                  <a:pt x="749132" y="0"/>
                </a:moveTo>
                <a:lnTo>
                  <a:pt x="7023646" y="0"/>
                </a:lnTo>
                <a:lnTo>
                  <a:pt x="7023646" y="3401568"/>
                </a:lnTo>
                <a:lnTo>
                  <a:pt x="0" y="3401568"/>
                </a:lnTo>
                <a:lnTo>
                  <a:pt x="79008" y="3238906"/>
                </a:lnTo>
                <a:cubicBezTo>
                  <a:pt x="502362" y="2321466"/>
                  <a:pt x="749563" y="1215476"/>
                  <a:pt x="749563" y="2495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9" name="Freeform: Shape 1038">
            <a:extLst>
              <a:ext uri="{FF2B5EF4-FFF2-40B4-BE49-F238E27FC236}">
                <a16:creationId xmlns:a16="http://schemas.microsoft.com/office/drawing/2014/main" id="{B228652A-FD81-4A3C-B164-2012BF4EE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7943" cy="6858000"/>
          </a:xfrm>
          <a:custGeom>
            <a:avLst/>
            <a:gdLst>
              <a:gd name="connsiteX0" fmla="*/ 0 w 5927943"/>
              <a:gd name="connsiteY0" fmla="*/ 0 h 6858000"/>
              <a:gd name="connsiteX1" fmla="*/ 5129522 w 5927943"/>
              <a:gd name="connsiteY1" fmla="*/ 0 h 6858000"/>
              <a:gd name="connsiteX2" fmla="*/ 5289639 w 5927943"/>
              <a:gd name="connsiteY2" fmla="*/ 323150 h 6858000"/>
              <a:gd name="connsiteX3" fmla="*/ 5927943 w 5927943"/>
              <a:gd name="connsiteY3" fmla="*/ 3476847 h 6858000"/>
              <a:gd name="connsiteX4" fmla="*/ 5289639 w 5927943"/>
              <a:gd name="connsiteY4" fmla="*/ 6630545 h 6858000"/>
              <a:gd name="connsiteX5" fmla="*/ 5176937 w 5927943"/>
              <a:gd name="connsiteY5" fmla="*/ 6858000 h 6858000"/>
              <a:gd name="connsiteX6" fmla="*/ 0 w 592794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943" h="6858000">
                <a:moveTo>
                  <a:pt x="0" y="0"/>
                </a:moveTo>
                <a:lnTo>
                  <a:pt x="5129522" y="0"/>
                </a:lnTo>
                <a:lnTo>
                  <a:pt x="5289639" y="323150"/>
                </a:lnTo>
                <a:cubicBezTo>
                  <a:pt x="5692631" y="1223391"/>
                  <a:pt x="5927943" y="2308646"/>
                  <a:pt x="5927943" y="3476847"/>
                </a:cubicBezTo>
                <a:cubicBezTo>
                  <a:pt x="5927943" y="4645048"/>
                  <a:pt x="5692631" y="5730304"/>
                  <a:pt x="5289639" y="6630545"/>
                </a:cubicBezTo>
                <a:lnTo>
                  <a:pt x="517693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1" name="Freeform: Shape 1040">
            <a:extLst>
              <a:ext uri="{FF2B5EF4-FFF2-40B4-BE49-F238E27FC236}">
                <a16:creationId xmlns:a16="http://schemas.microsoft.com/office/drawing/2014/main" id="{FE8F25D8-4980-4C67-9E0C-7BE94C9CB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17310" cy="6858000"/>
          </a:xfrm>
          <a:custGeom>
            <a:avLst/>
            <a:gdLst>
              <a:gd name="connsiteX0" fmla="*/ 0 w 5917310"/>
              <a:gd name="connsiteY0" fmla="*/ 0 h 6858000"/>
              <a:gd name="connsiteX1" fmla="*/ 5118889 w 5917310"/>
              <a:gd name="connsiteY1" fmla="*/ 0 h 6858000"/>
              <a:gd name="connsiteX2" fmla="*/ 5279006 w 5917310"/>
              <a:gd name="connsiteY2" fmla="*/ 323150 h 6858000"/>
              <a:gd name="connsiteX3" fmla="*/ 5917310 w 5917310"/>
              <a:gd name="connsiteY3" fmla="*/ 3476847 h 6858000"/>
              <a:gd name="connsiteX4" fmla="*/ 5279006 w 5917310"/>
              <a:gd name="connsiteY4" fmla="*/ 6630545 h 6858000"/>
              <a:gd name="connsiteX5" fmla="*/ 5166304 w 5917310"/>
              <a:gd name="connsiteY5" fmla="*/ 6858000 h 6858000"/>
              <a:gd name="connsiteX6" fmla="*/ 0 w 591731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7310" h="6858000">
                <a:moveTo>
                  <a:pt x="0" y="0"/>
                </a:moveTo>
                <a:lnTo>
                  <a:pt x="5118889" y="0"/>
                </a:lnTo>
                <a:lnTo>
                  <a:pt x="5279006" y="323150"/>
                </a:lnTo>
                <a:cubicBezTo>
                  <a:pt x="5681998" y="1223391"/>
                  <a:pt x="5917310" y="2308646"/>
                  <a:pt x="5917310" y="3476847"/>
                </a:cubicBezTo>
                <a:cubicBezTo>
                  <a:pt x="5917310" y="4645048"/>
                  <a:pt x="5681998" y="5730304"/>
                  <a:pt x="5279006" y="6630545"/>
                </a:cubicBezTo>
                <a:lnTo>
                  <a:pt x="516630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56C67-0929-1C39-B76C-3DF02B3C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2616336"/>
            <a:ext cx="5020056" cy="16813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QA NPCC Digitalization</a:t>
            </a:r>
            <a:b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Proposal</a:t>
            </a:r>
            <a:b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By: Angel Alvarez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1A214C69-1234-4E5D-91CD-BEA002042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F86E49C8-40C0-4E80-BAC0-9A66298F1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6B9A-B1AF-6A74-A9D7-8D03A034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69" y="-71914"/>
            <a:ext cx="11286744" cy="1325563"/>
          </a:xfrm>
        </p:spPr>
        <p:txBody>
          <a:bodyPr/>
          <a:lstStyle/>
          <a:p>
            <a:pPr algn="ctr"/>
            <a:r>
              <a:rPr lang="en-US" b="1" dirty="0"/>
              <a:t>Initial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B0112-E9BB-77AE-C5AB-47F615046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440"/>
            <a:ext cx="10515600" cy="617537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Platform using, Power apps, Power automate and Power BI.</a:t>
            </a:r>
          </a:p>
          <a:p>
            <a:pPr marL="0" indent="0">
              <a:buNone/>
            </a:pP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F95804-7658-1A65-D872-74A05B510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03121"/>
              </p:ext>
            </p:extLst>
          </p:nvPr>
        </p:nvGraphicFramePr>
        <p:xfrm>
          <a:off x="328613" y="1357313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09463266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1050776863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1875390041"/>
                    </a:ext>
                  </a:extLst>
                </a:gridCol>
              </a:tblGrid>
              <a:tr h="3340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Handles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88714"/>
                  </a:ext>
                </a:extLst>
              </a:tr>
              <a:tr h="1564786">
                <a:tc>
                  <a:txBody>
                    <a:bodyPr/>
                    <a:lstStyle/>
                    <a:p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Power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Will serve as the front-end app where the team can create, edit, and review product launch information, </a:t>
                      </a:r>
                      <a:endParaRPr lang="en-US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Automatic designation of Early- Stage.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Early Stage Control Number.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Part name.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Vehicle model.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Part number.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Customer.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497482"/>
                  </a:ext>
                </a:extLst>
              </a:tr>
              <a:tr h="1070643">
                <a:tc>
                  <a:txBody>
                    <a:bodyPr/>
                    <a:lstStyle/>
                    <a:p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Power Automate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Adds all the logic and automation behind the scenes.</a:t>
                      </a:r>
                      <a:endParaRPr lang="en-US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Automatic weekly reminders of update progress.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Logging  history updates.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Alerts when a stage is on date or delayed.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Status change notifications.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942125"/>
                  </a:ext>
                </a:extLst>
              </a:tr>
              <a:tr h="1564786">
                <a:tc>
                  <a:txBody>
                    <a:bodyPr/>
                    <a:lstStyle/>
                    <a:p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Will visualize and storage all data in a professional dashboard.</a:t>
                      </a:r>
                      <a:endParaRPr lang="en-US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Launch calendar.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Products delayed, or on-time.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KPIs like % completion.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Filters by responsible person or category.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Risk indicators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933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82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7B06C0-EC64-EC77-4589-955C2016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596" y="113111"/>
            <a:ext cx="1722120" cy="61753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Preview</a:t>
            </a:r>
          </a:p>
          <a:p>
            <a:pPr marL="0" indent="0">
              <a:buNone/>
            </a:pPr>
            <a:endParaRPr lang="en-US" b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B8AE62-E1B9-3704-D3B8-3A22A48F2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0" y="578770"/>
            <a:ext cx="9983724" cy="4150173"/>
          </a:xfrm>
          <a:prstGeom prst="rect">
            <a:avLst/>
          </a:prstGeom>
        </p:spPr>
      </p:pic>
      <p:sp>
        <p:nvSpPr>
          <p:cNvPr id="34" name="Rectangle 6">
            <a:extLst>
              <a:ext uri="{FF2B5EF4-FFF2-40B4-BE49-F238E27FC236}">
                <a16:creationId xmlns:a16="http://schemas.microsoft.com/office/drawing/2014/main" id="{79B44858-3F0D-321E-FD72-0361B28A8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17" y="5019228"/>
            <a:ext cx="118386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User-friendly navigation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: The design focuses on making the system intuitive and easy to 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Readable and organized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: The layout likely prioritizes clarity and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Automation benefits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: Include elements like buttons, dashboards, or workflow indicators that represent automated processes. </a:t>
            </a:r>
          </a:p>
        </p:txBody>
      </p:sp>
    </p:spTree>
    <p:extLst>
      <p:ext uri="{BB962C8B-B14F-4D97-AF65-F5344CB8AC3E}">
        <p14:creationId xmlns:p14="http://schemas.microsoft.com/office/powerpoint/2010/main" val="724103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192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Yu Gothic</vt:lpstr>
      <vt:lpstr>Aptos</vt:lpstr>
      <vt:lpstr>Aptos Display</vt:lpstr>
      <vt:lpstr>Arial</vt:lpstr>
      <vt:lpstr>Calibri</vt:lpstr>
      <vt:lpstr>Office Theme</vt:lpstr>
      <vt:lpstr>QA NPCC Digitalization Proposal By: Angel Alvarez</vt:lpstr>
      <vt:lpstr>Initial proposal</vt:lpstr>
      <vt:lpstr>PowerPoint Presentation</vt:lpstr>
    </vt:vector>
  </TitlesOfParts>
  <Company>DENSO North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Alvarez</dc:creator>
  <cp:lastModifiedBy>Angel Alvarez</cp:lastModifiedBy>
  <cp:revision>1</cp:revision>
  <dcterms:created xsi:type="dcterms:W3CDTF">2025-11-28T13:12:49Z</dcterms:created>
  <dcterms:modified xsi:type="dcterms:W3CDTF">2025-11-28T18:30:41Z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2025-11-28T14:13:01Z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ef31f106-a71e-4fe3-a15a-45c8ae1596a5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